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828800"/>
            <a:ext cx="6400800" cy="3200400"/>
          </a:xfrm>
          <a:prstGeom prst="roundRect">
            <a:avLst/>
          </a:prstGeom>
          <a:solidFill>
            <a:srgbClr val="14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5F5F0"/>
                </a:solidFill>
                <a:latin typeface="Calibri"/>
              </a:rPr>
              <a:t>Clase Introductoria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F5F5F0"/>
                </a:solidFill>
                <a:latin typeface="Calibri"/>
              </a:rPr>
              <a:t>Primer acercamiento a los contenidos del taller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412D"/>
                </a:solidFill>
                <a:latin typeface="Calibri"/>
              </a:rPr>
              <a:t>Preparación Inicial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7315200" cy="4754880"/>
          </a:xfrm>
          <a:prstGeom prst="roundRect">
            <a:avLst/>
          </a:prstGeom>
          <a:solidFill>
            <a:srgbClr val="14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5F5F0"/>
                </a:solidFill>
                <a:latin typeface="Calibri"/>
              </a:rPr>
              <a:t>• Iniciar sesión en la cuenta de invitado (siempre limpia)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• Acceso a cuenta de Google de Tumo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• Acceso a cuenta de tumo.world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/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¡Estamos listos para empezar!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412D"/>
                </a:solidFill>
                <a:latin typeface="Calibri"/>
              </a:rPr>
              <a:t>Herramientas de Trabajo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7315200" cy="4754880"/>
          </a:xfrm>
          <a:prstGeom prst="roundRect">
            <a:avLst/>
          </a:prstGeom>
          <a:solidFill>
            <a:srgbClr val="14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5F5F0"/>
                </a:solidFill>
                <a:latin typeface="Calibri"/>
              </a:rPr>
              <a:t>• Google Classroom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• Google Drive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• VSCode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• Tumo Path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/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Claves en la vida diaria del taller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412D"/>
                </a:solidFill>
                <a:latin typeface="Calibri"/>
              </a:rPr>
              <a:t>Google Classroom y Drive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7315200" cy="4754880"/>
          </a:xfrm>
          <a:prstGeom prst="roundRect">
            <a:avLst/>
          </a:prstGeom>
          <a:solidFill>
            <a:srgbClr val="14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5F5F0"/>
                </a:solidFill>
                <a:latin typeface="Calibri"/>
              </a:rPr>
              <a:t>Google Classroom: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• Visualizar materiales, entregar ejercicios, recibir feedback y consultas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/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Google Drive: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• Repositorio personal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• Importante: guardar antes de finalizar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  (las cuentas borran archivos al cerrar sesión)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412D"/>
                </a:solidFill>
                <a:latin typeface="Calibri"/>
              </a:rPr>
              <a:t>VS Code y Tumo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7315200" cy="4754880"/>
          </a:xfrm>
          <a:prstGeom prst="roundRect">
            <a:avLst/>
          </a:prstGeom>
          <a:solidFill>
            <a:srgbClr val="14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5F5F0"/>
                </a:solidFill>
                <a:latin typeface="Calibri"/>
              </a:rPr>
              <a:t>VS Code: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• Editor de código para escribir y desarrollar proyectos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• Configurar "Autosave" para evitar pérdidas de información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/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Tumo Path: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• Abrir para marcar el presente cada día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412D"/>
                </a:solidFill>
                <a:latin typeface="Calibri"/>
              </a:rPr>
              <a:t>Pasos para el Inicio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7315200" cy="4754880"/>
          </a:xfrm>
          <a:prstGeom prst="roundRect">
            <a:avLst/>
          </a:prstGeom>
          <a:solidFill>
            <a:srgbClr val="14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5F5F0"/>
                </a:solidFill>
                <a:latin typeface="Calibri"/>
              </a:rPr>
              <a:t>1. Iniciar sesión como invitado en la iMac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2. tumo.world -&gt; Establecer estado "Presente"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3. Google Drive -&gt; Descargar/subir archivos de proyectos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4. VSCode -&gt; Establecer "Auto Save"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412D"/>
                </a:solidFill>
                <a:latin typeface="Calibri"/>
              </a:rPr>
              <a:t>Pasos para el Cierre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7315200" cy="4754880"/>
          </a:xfrm>
          <a:prstGeom prst="roundRect">
            <a:avLst/>
          </a:prstGeom>
          <a:solidFill>
            <a:srgbClr val="14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5F5F0"/>
                </a:solidFill>
                <a:latin typeface="Calibri"/>
              </a:rPr>
              <a:t>1. Guardar el proyecto correctamente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2. Subir el proyecto a Drive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3. Subir tareas entregables a Classroom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4. Cerrar sesión de todas las cuentas e iMac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412D"/>
                </a:solidFill>
                <a:latin typeface="Calibri"/>
              </a:rPr>
              <a:t>Importante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7315200" cy="4754880"/>
          </a:xfrm>
          <a:prstGeom prst="roundRect">
            <a:avLst/>
          </a:prstGeom>
          <a:solidFill>
            <a:srgbClr val="14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5F5F0"/>
                </a:solidFill>
                <a:latin typeface="Calibri"/>
              </a:rPr>
              <a:t>• Dediquen tiempo y esfuerzo para lograr buenos proyectos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• Disfruten la experiencia y aprovechen para aprender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• No importa cuántas veces fallen, sino qué aprenden de ello</a:t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/>
            </a:r>
          </a:p>
          <a:p>
            <a:r>
              <a:rPr sz="2400">
                <a:solidFill>
                  <a:srgbClr val="F5F5F0"/>
                </a:solidFill>
                <a:latin typeface="Calibri"/>
              </a:rPr>
              <a:t>"Nada que valga la pena sale perfecto a la primera..."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828800"/>
            <a:ext cx="6400800" cy="3200400"/>
          </a:xfrm>
          <a:prstGeom prst="roundRect">
            <a:avLst/>
          </a:prstGeom>
          <a:solidFill>
            <a:srgbClr val="14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5F5F0"/>
                </a:solidFill>
                <a:latin typeface="Calibri"/>
              </a:rPr>
              <a:t>¡ÉXITOS!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